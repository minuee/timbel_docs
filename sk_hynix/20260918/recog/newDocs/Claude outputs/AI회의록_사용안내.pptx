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사용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6E747C"/>
                </a:solidFill>
                <a:latin typeface="맑은 고딕"/>
              </a:rPr>
              <a:t>폴더 관리 · 녹음과 AI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폴더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49" y="566928"/>
            <a:ext cx="592970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rea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995"/>
            <a:ext cx="7178040" cy="4504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folder-menu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45" y="566928"/>
            <a:ext cx="556131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nam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5718"/>
            <a:ext cx="7178040" cy="40431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ele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회의록을 폴더로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9137"/>
            <a:ext cx="7178040" cy="3076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ove-to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녹음과 AI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8347"/>
            <a:ext cx="7178040" cy="42578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ecord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선택하기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7052"/>
            <a:ext cx="7178040" cy="52404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i-templat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120"/>
            <a:ext cx="7178040" cy="4346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template-types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