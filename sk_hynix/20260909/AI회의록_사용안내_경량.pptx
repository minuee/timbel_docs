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A1A1A"/>
                </a:solidFill>
                <a:latin typeface="맑은 고딕"/>
              </a:rPr>
              <a:t>AI 회의록 사용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6E747C"/>
                </a:solidFill>
                <a:latin typeface="맑은 고딕"/>
              </a:rPr>
              <a:t>폴더 관리 · 녹음과 AI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맑은 고딕"/>
              </a:rPr>
              <a:t>슬라이드쇼(F5)로 보시면 화면 동작이 재생됩니다.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맑은 고딕"/>
              </a:rPr>
              <a:t>이 문서를 보는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기능마다 두 장씩 있습니다 — 움직이는 화면 1장, 정지 화면 1장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움직이는 화면은 슬라이드쇼(F5)에서만 재생됩니다. 편집 화면에서는 첫 장면만 보입니다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PDF로 저장하거나 인쇄하면 움직임은 남지 않습니다. 이때는 정지 화면 쪽을 보세요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게시판·메일로 공유할 때는 함께 드린 GIF 또는 세로 안내 이미지를 쓰시면 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폴더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E747C"/>
                </a:solidFill>
                <a:latin typeface="맑은 고딕"/>
              </a:rPr>
              <a:t>폴더 만들기 · 폴더 메뉴 살펴보기 · 폴더 이름 바꾸기 · 폴더 삭제하기 · 회의록을 폴더로 옮기기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좌측 메뉴 「전체 회의록」 오른쪽의 ＋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메뉴 목록에 입력칸이 나타납니다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폴더 이름을 입력합니다 (최대 8글자)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✓ 를 클릭하면 폴더가 생성됩니다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1_crea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076" y="566928"/>
            <a:ext cx="593244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reat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메뉴 살펴보기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폴더 위에 마우스를 올리면 오른쪽에 ⋮ 버튼이 나타납니다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녹음 — 클릭하면 바로 녹음이 시작되고, 회의록이 이 폴더에 저장됩니다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폴더명 변경 — 폴더 이름을 바꿉니다 (8글자까지)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 삭제 — 폴더를 삭제합니다. 안에 있던 회의록은 휴지통으로 이동됩니다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2_folder-men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94706"/>
            <a:ext cx="7178040" cy="4505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folder-menu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이름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이름을 바꿀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「폴더명 변경」을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새 이름을 입력하고 ✓ 를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 이름이 변경되었습니다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3_renam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758" y="566928"/>
            <a:ext cx="556308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renam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삭제하기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삭제할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「폴더 삭제」를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확인 창이 열리면 「확인」을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폴더가 삭제되었습니다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4_dele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26103"/>
            <a:ext cx="7178040" cy="40423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_delet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회의록을 폴더로 옮기기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「전체 회의록」에서 옮길 회의록을 체크합니다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상단의 「폴더 이동」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이동할 폴더를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「이동」을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회의록이 선택한 폴더로 이동되었습니다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5_move-to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07787"/>
            <a:ext cx="7178040" cy="30790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_move-to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녹음과 AI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E747C"/>
                </a:solidFill>
                <a:latin typeface="맑은 고딕"/>
              </a:rPr>
              <a:t>회의 녹음하기 · AI 요약 템플릿 선택하기 · AI 요약 템플릿 4종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회의 녹음하기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좌측 상단의 빨간 「녹음」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마이크 테스트 창이 열립니다. 입력 장치와 녹음 전 확인 주의사항을 확인합니다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「위 내용을 확인했습니다」에 체크한 뒤, 가운데 빨간 버튼을 눌러 녹음을 시작합니다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녹음이 시작됩니다. 경과 시간과 남은 시간이 표시됩니다 (최대 3시간)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회의가 끝나면 「녹음 종료」를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6_recor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17488"/>
            <a:ext cx="7178040" cy="425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_record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753" y="384048"/>
            <a:ext cx="4731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dirty="0">
                <a:solidFill>
                  <a:srgbClr val="1A1A1A"/>
                </a:solidFill>
                <a:latin typeface="맑은 고딕"/>
              </a:rPr>
              <a:t>AI </a:t>
            </a:r>
            <a:r>
              <a:rPr sz="3200" b="1" dirty="0" err="1">
                <a:solidFill>
                  <a:srgbClr val="1A1A1A"/>
                </a:solidFill>
                <a:latin typeface="맑은 고딕"/>
              </a:rPr>
              <a:t>요약</a:t>
            </a:r>
            <a:r>
              <a:rPr sz="3200" b="1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맑은 고딕"/>
              </a:rPr>
              <a:t>템플릿</a:t>
            </a:r>
            <a:r>
              <a:rPr sz="3200" b="1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맑은 고딕"/>
              </a:rPr>
              <a:t>선택하기</a:t>
            </a:r>
            <a:endParaRPr sz="3200" b="1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녹음을 종료하면 「AI요약 준비하기」 창이 열립니다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요약 언어를 선택합니다 (한국어 / 영어)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발화자 수를 선택합니다 (1~2명 / 3~6명 / 7~10명 / 11명 이상)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템플릿을 선택합니다. 오른쪽 「템플릿 설명」에 해당 템플릿의 구성이 바로 표시됩니다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내용을 확인한 뒤 「AI요약 시작」을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7_ai-templat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26359"/>
            <a:ext cx="7178040" cy="52418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_ai-template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AI 요약 템플릿 4종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기본형 — 제목 · 키워드 · 회의 기본정보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운영형 — 기본형 + 주제별 요약 · 액션 아이템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의사결정형 — 기본형 + 안건 및 논의사항 · 결정사항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보고형 — 기본형 + 진행 경과 · 보고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8_template-typ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74986"/>
            <a:ext cx="7178040" cy="43446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_template-types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521</Words>
  <Application>Microsoft Macintosh PowerPoint</Application>
  <PresentationFormat>와이드스크린</PresentationFormat>
  <Paragraphs>63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노 성남</cp:lastModifiedBy>
  <cp:revision>3</cp:revision>
  <dcterms:created xsi:type="dcterms:W3CDTF">2013-01-27T09:14:16Z</dcterms:created>
  <dcterms:modified xsi:type="dcterms:W3CDTF">2026-09-09T14:03:19Z</dcterms:modified>
  <cp:category/>
</cp:coreProperties>
</file>