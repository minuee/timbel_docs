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회의록 2차 운영 배포 보고. 2026년 10월 30일 예정, 고객사 일정 확정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구성 7개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개요. 일시는 고객사 확정 대기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약속한 개선 과제의 반영 현황.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기능 3종 상세. 기타 개선 사항은 추후 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상대 시각 기준 타임라인. 작업 시작 시각 확정 후 실제 시각으로 환산.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백업 사전 수행으로 당일 백업 시간 0분. 복구 수단은 2중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 항목. 앱은 베타 검증 통과 후 운영 배포.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대응 및 완료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6949440" cy="6949440"/>
          </a:xfrm>
          <a:prstGeom prst="roundRect">
            <a:avLst>
              <a:gd name="adj" fmla="val 6579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2011680"/>
            <a:ext cx="5669280" cy="5669280"/>
          </a:xfrm>
          <a:prstGeom prst="roundRect">
            <a:avLst>
              <a:gd name="adj" fmla="val 8065"/>
            </a:avLst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 |  AI 회의록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운영 서비스 배포 시나리오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30일 (예정)   ·   서비스 중단 약 2시간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926080" cy="18288"/>
          </a:xfrm>
          <a:prstGeom prst="rect">
            <a:avLst/>
          </a:prstGeom>
          <a:solidFill>
            <a:srgbClr val="5C7B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반영 기능    키워드 부스팅 · 다국어 번역 · 모바일 동기화(그룹 녹음)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노성남 수석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작성사    주식회사 팀벨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20640" y="1225296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2252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33872" y="11704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1463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· 범위 · 참여 인원 · 목표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1938528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9385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33872" y="18836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대비 개선 현황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1762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 5시간 → 2시간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2651760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26517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33872" y="25968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주요 기능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28895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 · 다국어 번역 · 모바일 동기화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364992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649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33872" y="33101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 및 타임라인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36027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9단계 · 총 2시간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4078224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4078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33872" y="40233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롤백 계획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43159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백업 · 복제 동결 · 롤백 기준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4791456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47914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33872" y="47365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50292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· 모니터링 점검 항목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5504688"/>
            <a:ext cx="47548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55046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54498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5833872" y="57424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 대응 방안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2차 개발분을 운영 환경에 반영하기 위한 배포 계획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시간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30분 + 검증 90분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반영 기능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개선 사항 포함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명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참여 인원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서버 · 운영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0175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예정일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01752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30일 (고객사 일정 확정 대기) · 작업 시작 시각 확정 후 세부 시각 확정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4381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43814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프론트엔드 3종 · 백엔드 5종 · API Gateway · 데이터베이스 · 모바일 앱 (iOS / Android)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858768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8587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8587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중단 (중단 구간 점검 안내 페이지 노출)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27939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2793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스키마 마이그레이션 (1차 대비 소규모) · 사전 전체 백업 후 진행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00016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000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70001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1.4.0 베타 배포 → 검증 → 운영 배포 → HMP 오픈(강제 업데이트)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120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인원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5120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담당 1명 · 서버 담당 1명 · 운영 담당 1명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541264"/>
            <a:ext cx="1088136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결정 시한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554126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 + 2시간 (완료 목표 시각) · 롤백 소요 약 30분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대비 개선 현황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배포 시 보고드린 개선 과제를 이번 배포에 반영하였습니다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48132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배포 (2026.09)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AA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시간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623560" y="2084832"/>
            <a:ext cx="384048" cy="237744"/>
          </a:xfrm>
          <a:prstGeom prst="rightArrow">
            <a:avLst/>
          </a:prstGeom>
          <a:solidFill>
            <a:srgbClr val="8F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배포 (2026.10)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시간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9052560" y="184708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470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60 % 단축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072384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소요 시간 단축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23460" y="3090672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3460" y="30906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419856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: 중단 후 전체 덤프 90분 소요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: 배포 전 사전 백업 수행 + 복제 중단으로 이전 상태 동결 → 당일 백업 시간 0분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86500" y="2926080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42532" y="3072384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버전 명시 관리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69880" y="3090672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69880" y="30906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42532" y="3419856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 이미지 버전과 앱 버전(1.4.0)을 문서에 명시하여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대상 버전을 사전에 확정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462272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608576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단계적 배포 적용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823460" y="4626864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2E7D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23460" y="4626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956048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: 검증 후 운영 배포 일괄 진행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: 베타 배포 → 검증 → 운영 배포 순으로 분리하여 위험 구간 축소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6500" y="4462272"/>
            <a:ext cx="5234940" cy="1371600"/>
          </a:xfrm>
          <a:prstGeom prst="roundRect">
            <a:avLst>
              <a:gd name="adj" fmla="val 5333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42532" y="4608576"/>
            <a:ext cx="3863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배포 체계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469880" y="4626864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69880" y="4626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중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42532" y="4956048"/>
            <a:ext cx="4722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 · 구 버전 병행 기동 방식은 데이터베이스 하위 호환 설계가 선행되어야 하므로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 과제로 계속 검토합니다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주요 기능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개발분으로 신규 기능 3종과 기타 개선 사항이 반영됩니다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동기화 (그룹 녹음)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참석자의 휴대폰 녹음을 하나의 회의록으로 자동 병합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진행자가 그룹을 생성하면 4자리 그룹 코드 발급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참석자는 코드를 입력하여 그룹에 참여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진행자가 녹음을 시작하면 참석자 단말에서 동시 녹음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종료 시 참석자 녹음이 자동 업로드되어 단일 회의록으로 병합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사용하는 전문 용어를 등록하여 음성 인식 정확도 향상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 환경 설정에서 키워드 개별 등록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양식(Excel) 기반 일괄 등록 지원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최대 100개까지 등록 · 목록에서 개별 삭제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등록된 키워드는 회의록 생성 시 인식에 반영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517904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51790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7888" y="151790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번역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121408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요약과 키워드를 외국어로 전환하여 확인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724912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회의록 상세 화면에서 번역 언어 선택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참석자명 · 키워드 · 상세 요약을 선택 언어로 표시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번역본은 읽기 전용으로 제공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원문 음성 기록은 그대로 유지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9377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개선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93776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편의성 및 안정성 개선 사항이 함께 반영됩니다.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724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72414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변경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572414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스키마 마이그레이션 (1차 대비 소규모, Master 전용 실행)   ·   환경변수(.env) 및 설정 파일 변경   ·   모바일 앱 1.4.0 배포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 및 타임라인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 시각(T)을 기준으로 총 2시간 이내 완료를 목표로 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166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590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5132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+40분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4098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522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+60분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3064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6488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+80분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2030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5454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+100분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109960" y="1828800"/>
            <a:ext cx="9144" cy="365760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4420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+120분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서비스 중지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544830" cy="310896"/>
          </a:xfrm>
          <a:prstGeom prst="roundRect">
            <a:avLst>
              <a:gd name="adj" fmla="val 29412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9982" y="1920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276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DB 스키마 마이그레이션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16830" y="2295144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62397" y="2295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환경변수 · 설정 수정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89245" y="2670048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34812" y="26700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서비스 기동 및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1660" y="3044952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07227" y="30449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앱 1.4.0 베타 배포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34075" y="3419856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7964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76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웹 UI 검증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6490" y="3794760"/>
            <a:ext cx="3268980" cy="310896"/>
          </a:xfrm>
          <a:prstGeom prst="roundRect">
            <a:avLst>
              <a:gd name="adj" fmla="val 29412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48622" y="37947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151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앱 검증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75470" y="4169664"/>
            <a:ext cx="1089660" cy="310896"/>
          </a:xfrm>
          <a:prstGeom prst="roundRect">
            <a:avLst>
              <a:gd name="adj" fmla="val 29412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38282" y="41696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앱 1.4.0 운영 배포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65130" y="4544568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10697" y="45445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901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최종 확인 · 완료 보고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837545" y="4919472"/>
            <a:ext cx="272415" cy="310896"/>
          </a:xfrm>
          <a:prstGeom prst="roundRect">
            <a:avLst>
              <a:gd name="adj" fmla="val 33566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183112" y="4919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06490" y="1828800"/>
            <a:ext cx="18288" cy="3657600"/>
          </a:xfrm>
          <a:prstGeom prst="rect">
            <a:avLst/>
          </a:prstGeom>
          <a:solidFill>
            <a:srgbClr val="9FB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0" y="5541264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30분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206490" y="5541264"/>
            <a:ext cx="490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90분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59070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9070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(D-1)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2697480" y="5907024"/>
            <a:ext cx="8549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이미지 반입(앱 제외)   ·   마이그레이션 스크립트 준비   ·   환경변수 변경 사항 정리   ·   데이터베이스 전체 사전 백업   ·   앱 1.4.0 빌드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롤백 계획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백업을 사전에 수행하여 중단 시간을 줄이되, 복구 수단은 1차와 동일하게 확보합니다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방식 변경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83664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1488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전체 백업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전체 덤프를 배포 전에 미리 수행하여, 당일 중단 시간에 백업 작업이 포함되지 않도록 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1729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중단으로 상태 동결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중지 단계에서 복제를 중단하여 Slave DB 를 마이그레이션 이전 상태로 보존합니다.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41970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059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이미지 보관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34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.env 파일과 직전 버전 컨테이너 이미지를 그대로 보관하여 복구 대상을 확정합니다.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4813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계획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1883664"/>
            <a:ext cx="4709160" cy="1572768"/>
          </a:xfrm>
          <a:prstGeom prst="roundRect">
            <a:avLst>
              <a:gd name="adj" fmla="val 4651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50024" y="197510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판단 기준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50024" y="2267712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마이그레이션 실패 또는 데이터 정합성 이상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로그인 · 회의록 생성 등 핵심 기능 동작 불가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완료 목표 시각(T+2시간)까지 정상화 미완료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담당자가 복구 불가로 판단한 경우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5844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12280" y="393192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214616" y="3895344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버전 컨테이너 중지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431596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14616" y="4279392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.env 복원 및 직전 버전 이미지로 재기동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47000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14616" y="4663440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내용 복원 (사전 백업본 또는 Slave 활용)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508406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1228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214616" y="5047488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재구성 및 정합성 확인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5468112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5468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14616" y="5431536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HMP 오픈 상태 시 즉시 클로즈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12280" y="585216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12280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214616" y="5815584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점검 후 서비스 정상화 · 결과 보고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956048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6112" y="50657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롤백 소요 시간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96112" y="53400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30분 (1차 대비 단축) — 마이그레이션 범위가 작고 백업본이 사전에 확보되어 있어 복구 시간이 짧습니다.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기능과 기존 기능을 함께 점검하며, 앱은 베타 검증 후 운영 배포합니다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 (회귀)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6601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로그인 · 전체 메뉴 점검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회의록 목록 · 상세 조회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생성 · 템플릿 · 보관 폴더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사이트 기능 점검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757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757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0045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부스팅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0045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7477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개별 등록 · 삭제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0045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477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 다운로드 및 일괄 등록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0045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7477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개수 제한(100개)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0045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7477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결과 반영 확인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506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506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7794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번역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92099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7794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5226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언어 선택 동작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7794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5226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참석자 · 키워드 · 요약 번역 표시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7794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5226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번역본 읽기 전용 확인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7794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5226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복귀 및 음성 기록 유지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72550" y="1536192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7255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55430" y="1536192"/>
            <a:ext cx="16344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069848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5543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2975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녹음 · 업로드 · 회의록 생성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55430" y="28254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29750" y="270662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생성 및 코드 발급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55430" y="34290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29750" y="3310128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· 동시 녹음 · 자동 병합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55430" y="40325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429750" y="391363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메시지 및 웹 연동 확인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4400" y="48463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순서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2240280" y="4846320"/>
            <a:ext cx="9006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1.4.0 베타 배포  →  웹 UI 검증(60분)  →  앱 검증(20분, 일반 녹음 · 그룹 녹음)  →  Go / No-Go 판단  →  앱 1.4.0 운영 배포 및 HMP 오픈  →  최종 완료 보고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907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모니터링 확인 : Uptime Kuma 서비스 가동 상태 · Dozzle 컨테이너 오류 로그 · Grafana 자원 사용 지표 · 데이터베이스 복제 상태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리스크에 대한 사전 대응 방안과 배포 완료 판단 기준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2차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536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1536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9933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993392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실패 또는 정합성 이상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199339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중단으로 Slave 가 이전 상태 유지 · 사전 백업본으로 즉시 복원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256032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25603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 작업 미완료 상태에서 중지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6032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중지 단계에서 STT · LLM 큐 워커 작업 완료를 확인한 후 진행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27248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1272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78608" y="3127248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배포 후 앱 이상 발생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배포 후 검증을 통과한 경우에만 운영 배포 · 이상 시 HMP 클로즈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6941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369417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녹음 병합 실패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6941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업로드 현황으로 개별 확인 · 미업로드 건은 재업로드 후 재병합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61104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26110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78608" y="4261104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지연으로 완료 목표 초과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426110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T+2시간 기준 Go / No-Go 판단 · 미완료 시 롤백 또는 사용자 공지 후 연장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 기준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전 항목 통과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3종 및 기존 기능 이상 없음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9943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운영 배포 완료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9943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1.4.0 운영 배포 및 HMP 오픈 정상 동작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0275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정상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동기화 정상 · 컨테이너 오류 로그 없음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팀벨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회의록 2차 운영 배포 시나리오</dc:title>
  <dc:subject>PptxGenJS Presentation</dc:subject>
  <dc:creator>노성남</dc:creator>
  <cp:lastModifiedBy>노성남</cp:lastModifiedBy>
  <cp:revision>1</cp:revision>
  <dcterms:created xsi:type="dcterms:W3CDTF">2026-10-20T10:38:59Z</dcterms:created>
  <dcterms:modified xsi:type="dcterms:W3CDTF">2026-10-20T10:38:59Z</dcterms:modified>
</cp:coreProperties>
</file>